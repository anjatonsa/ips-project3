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9"/>
  </p:notesMasterIdLst>
  <p:sldIdLst>
    <p:sldId id="256" r:id="rId2"/>
    <p:sldId id="259" r:id="rId3"/>
    <p:sldId id="261" r:id="rId4"/>
    <p:sldId id="258" r:id="rId5"/>
    <p:sldId id="263" r:id="rId6"/>
    <p:sldId id="262" r:id="rId7"/>
    <p:sldId id="264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80" d="100"/>
          <a:sy n="80" d="100"/>
        </p:scale>
        <p:origin x="52" y="17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C81B9A-2622-471D-AFDB-EC8C272BAC5C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3659A9-2044-4656-BCC8-7507CFDDA9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1968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3659A9-2044-4656-BCC8-7507CFDDA9E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460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A836A-52F5-4CAE-91B9-5EE85764AC96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B45C3-9F9F-46B1-803A-F66E029E5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8910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A836A-52F5-4CAE-91B9-5EE85764AC96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B45C3-9F9F-46B1-803A-F66E029E5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06073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A836A-52F5-4CAE-91B9-5EE85764AC96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B45C3-9F9F-46B1-803A-F66E029E5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6853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A836A-52F5-4CAE-91B9-5EE85764AC96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B45C3-9F9F-46B1-803A-F66E029E5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4768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A836A-52F5-4CAE-91B9-5EE85764AC96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B45C3-9F9F-46B1-803A-F66E029E5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8945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A836A-52F5-4CAE-91B9-5EE85764AC96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B45C3-9F9F-46B1-803A-F66E029E5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5107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A836A-52F5-4CAE-91B9-5EE85764AC96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B45C3-9F9F-46B1-803A-F66E029E5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8063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A836A-52F5-4CAE-91B9-5EE85764AC96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B45C3-9F9F-46B1-803A-F66E029E5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3638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A836A-52F5-4CAE-91B9-5EE85764AC96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B45C3-9F9F-46B1-803A-F66E029E5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3630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A836A-52F5-4CAE-91B9-5EE85764AC96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B45C3-9F9F-46B1-803A-F66E029E5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4126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A836A-52F5-4CAE-91B9-5EE85764AC96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B45C3-9F9F-46B1-803A-F66E029E5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1244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DB5A836A-52F5-4CAE-91B9-5EE85764AC96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ED6B45C3-9F9F-46B1-803A-F66E029E5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0449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0731E-23E0-AEB7-52BD-BD5699AA0DA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Sveprisutno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sr-Latn-RS" dirty="0" err="1"/>
              <a:t>čunarstvo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E3DE19-2AAC-0B88-FBA0-3CE77E99E30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sr-Latn-RS" dirty="0"/>
              <a:t>Student: Anja Tonsa Milovanović, br. indeksa 1815</a:t>
            </a:r>
          </a:p>
          <a:p>
            <a:r>
              <a:rPr lang="sr-Latn-RS" dirty="0"/>
              <a:t>Mentor: prof. dr Dragan Stojanović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3200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3EAD356-7F4E-5946-1BAF-570077AB4DF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r-Latn-RS" dirty="0"/>
              <a:t>Projekat </a:t>
            </a:r>
            <a:r>
              <a:rPr lang="en-US" dirty="0"/>
              <a:t>3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9B6F85F8-CEBC-E55D-EF7B-0B90422447A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Mobilna</a:t>
            </a:r>
            <a:r>
              <a:rPr lang="en-US" dirty="0"/>
              <a:t> </a:t>
            </a:r>
            <a:r>
              <a:rPr lang="en-US" dirty="0" err="1"/>
              <a:t>aplikacija</a:t>
            </a:r>
            <a:r>
              <a:rPr lang="en-US" dirty="0"/>
              <a:t> za </a:t>
            </a:r>
            <a:r>
              <a:rPr lang="en-US" dirty="0" err="1"/>
              <a:t>kontrolu</a:t>
            </a:r>
            <a:r>
              <a:rPr lang="en-US" dirty="0"/>
              <a:t> IoT </a:t>
            </a:r>
            <a:r>
              <a:rPr lang="en-US" dirty="0" err="1"/>
              <a:t>sistema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8336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71C3F5-4F31-F69E-99AC-D83DF920C7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98AD9F-EBA0-558A-171C-94363F6BD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Cilj</a:t>
            </a:r>
            <a:r>
              <a:rPr lang="en-US" dirty="0"/>
              <a:t> </a:t>
            </a:r>
            <a:r>
              <a:rPr lang="en-US" dirty="0" err="1"/>
              <a:t>projekta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B5D71D-76FF-2E72-AED1-133A2A10FB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/>
              <a:t>Aplikacija</a:t>
            </a:r>
            <a:r>
              <a:rPr lang="en-US" dirty="0"/>
              <a:t> </a:t>
            </a:r>
            <a:r>
              <a:rPr lang="en-US" dirty="0" err="1"/>
              <a:t>omogućava</a:t>
            </a:r>
            <a:r>
              <a:rPr lang="en-US" dirty="0"/>
              <a:t>:</a:t>
            </a:r>
          </a:p>
          <a:p>
            <a:r>
              <a:rPr lang="en-US" dirty="0" err="1"/>
              <a:t>Prikaz</a:t>
            </a:r>
            <a:r>
              <a:rPr lang="en-US" dirty="0"/>
              <a:t> </a:t>
            </a:r>
            <a:r>
              <a:rPr lang="en-US" dirty="0" err="1"/>
              <a:t>podataka</a:t>
            </a:r>
            <a:r>
              <a:rPr lang="en-US" dirty="0"/>
              <a:t> </a:t>
            </a:r>
            <a:r>
              <a:rPr lang="en-US" dirty="0" err="1"/>
              <a:t>očitanih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senzora</a:t>
            </a:r>
            <a:r>
              <a:rPr lang="en-US" dirty="0"/>
              <a:t> </a:t>
            </a:r>
          </a:p>
          <a:p>
            <a:r>
              <a:rPr lang="en-US" dirty="0" err="1"/>
              <a:t>Prikaz</a:t>
            </a:r>
            <a:r>
              <a:rPr lang="en-US" dirty="0"/>
              <a:t> </a:t>
            </a:r>
            <a:r>
              <a:rPr lang="en-US" dirty="0" err="1"/>
              <a:t>događaja</a:t>
            </a:r>
            <a:r>
              <a:rPr lang="en-US" dirty="0"/>
              <a:t> </a:t>
            </a:r>
            <a:r>
              <a:rPr lang="en-US" dirty="0" err="1"/>
              <a:t>detektovanih</a:t>
            </a:r>
            <a:r>
              <a:rPr lang="en-US" dirty="0"/>
              <a:t> ML </a:t>
            </a:r>
            <a:r>
              <a:rPr lang="en-US" dirty="0" err="1"/>
              <a:t>modelom</a:t>
            </a:r>
            <a:endParaRPr lang="en-US" dirty="0"/>
          </a:p>
          <a:p>
            <a:r>
              <a:rPr lang="en-US" dirty="0" err="1"/>
              <a:t>Primanje</a:t>
            </a:r>
            <a:r>
              <a:rPr lang="en-US" dirty="0"/>
              <a:t> </a:t>
            </a:r>
            <a:r>
              <a:rPr lang="en-US" dirty="0" err="1"/>
              <a:t>notifikacija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SBC </a:t>
            </a:r>
            <a:r>
              <a:rPr lang="en-US" dirty="0" err="1"/>
              <a:t>uređaja</a:t>
            </a:r>
            <a:r>
              <a:rPr lang="en-US" dirty="0"/>
              <a:t> </a:t>
            </a:r>
            <a:r>
              <a:rPr lang="en-US" dirty="0" err="1"/>
              <a:t>putem</a:t>
            </a:r>
            <a:r>
              <a:rPr lang="en-US" dirty="0"/>
              <a:t> WebSocket </a:t>
            </a:r>
            <a:r>
              <a:rPr lang="en-US" dirty="0" err="1"/>
              <a:t>protokola</a:t>
            </a:r>
            <a:endParaRPr lang="en-US" dirty="0"/>
          </a:p>
          <a:p>
            <a:r>
              <a:rPr lang="en-US" dirty="0" err="1"/>
              <a:t>Konfiguraciju</a:t>
            </a:r>
            <a:r>
              <a:rPr lang="en-US" dirty="0"/>
              <a:t> </a:t>
            </a:r>
            <a:r>
              <a:rPr lang="en-US" dirty="0" err="1"/>
              <a:t>parametara</a:t>
            </a:r>
            <a:r>
              <a:rPr lang="en-US" dirty="0"/>
              <a:t> </a:t>
            </a:r>
            <a:r>
              <a:rPr lang="en-US" dirty="0" err="1"/>
              <a:t>sistema</a:t>
            </a:r>
            <a:endParaRPr lang="en-US" dirty="0"/>
          </a:p>
          <a:p>
            <a:r>
              <a:rPr lang="en-US" dirty="0" err="1"/>
              <a:t>Pokretanje</a:t>
            </a:r>
            <a:r>
              <a:rPr lang="en-US" dirty="0"/>
              <a:t> </a:t>
            </a:r>
            <a:r>
              <a:rPr lang="en-US" dirty="0" err="1"/>
              <a:t>simuliranih</a:t>
            </a:r>
            <a:r>
              <a:rPr lang="en-US" dirty="0"/>
              <a:t> </a:t>
            </a:r>
            <a:r>
              <a:rPr lang="en-US" dirty="0" err="1"/>
              <a:t>akcija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aktuatorima</a:t>
            </a:r>
            <a:endParaRPr lang="en-US" dirty="0"/>
          </a:p>
          <a:p>
            <a:pPr lvl="0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2896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AE3652-C73C-B59E-0622-2A416964C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Arhitketura</a:t>
            </a:r>
            <a:r>
              <a:rPr lang="en-US" dirty="0"/>
              <a:t> </a:t>
            </a:r>
            <a:r>
              <a:rPr lang="en-US" dirty="0" err="1"/>
              <a:t>sistema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A1A07F-0FE3-4D28-3E1A-80AEF4BF32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predstavlja</a:t>
            </a:r>
            <a:r>
              <a:rPr lang="en-US" dirty="0"/>
              <a:t> pro</a:t>
            </a:r>
            <a:r>
              <a:rPr lang="sr-Latn-RS" dirty="0"/>
              <a:t>širenje sistema iz </a:t>
            </a:r>
            <a:r>
              <a:rPr lang="en-US" dirty="0" err="1"/>
              <a:t>projekta</a:t>
            </a:r>
            <a:r>
              <a:rPr lang="en-US" dirty="0"/>
              <a:t> </a:t>
            </a:r>
            <a:r>
              <a:rPr lang="sr-Latn-RS" dirty="0"/>
              <a:t>2. N</a:t>
            </a:r>
            <a:r>
              <a:rPr lang="en-US" dirty="0" err="1"/>
              <a:t>adogradjen</a:t>
            </a:r>
            <a:r>
              <a:rPr lang="sr-Latn-RS" dirty="0"/>
              <a:t> je servisom </a:t>
            </a:r>
            <a:r>
              <a:rPr lang="en-US" b="1" i="1" dirty="0" err="1"/>
              <a:t>api</a:t>
            </a:r>
            <a:r>
              <a:rPr lang="en-US" b="1" i="1" dirty="0"/>
              <a:t>-service</a:t>
            </a:r>
            <a:r>
              <a:rPr lang="sr-Latn-RS" dirty="0"/>
              <a:t>, </a:t>
            </a:r>
            <a:r>
              <a:rPr lang="en-US" dirty="0"/>
              <a:t>koji</a:t>
            </a:r>
            <a:r>
              <a:rPr lang="sr-Latn-RS" dirty="0"/>
              <a:t> je </a:t>
            </a:r>
            <a:r>
              <a:rPr lang="en-US" dirty="0" err="1"/>
              <a:t>zasnovan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FastAPI</a:t>
            </a:r>
            <a:r>
              <a:rPr lang="en-US" dirty="0"/>
              <a:t> </a:t>
            </a:r>
            <a:r>
              <a:rPr lang="en-US" dirty="0" err="1"/>
              <a:t>platformi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razvijena</a:t>
            </a:r>
            <a:r>
              <a:rPr lang="en-US" dirty="0"/>
              <a:t> je Flutter Android </a:t>
            </a:r>
            <a:r>
              <a:rPr lang="en-US" dirty="0" err="1"/>
              <a:t>aplikacija</a:t>
            </a:r>
            <a:r>
              <a:rPr lang="en-US" dirty="0"/>
              <a:t> </a:t>
            </a:r>
            <a:r>
              <a:rPr lang="en-US" dirty="0" err="1"/>
              <a:t>koja</a:t>
            </a:r>
            <a:r>
              <a:rPr lang="en-US" dirty="0"/>
              <a:t> </a:t>
            </a:r>
            <a:r>
              <a:rPr lang="en-US" dirty="0" err="1"/>
              <a:t>omogućava</a:t>
            </a:r>
            <a:r>
              <a:rPr lang="en-US" dirty="0"/>
              <a:t> </a:t>
            </a:r>
            <a:r>
              <a:rPr lang="en-US" dirty="0" err="1"/>
              <a:t>nadzor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upravljanje</a:t>
            </a:r>
            <a:r>
              <a:rPr lang="en-US" dirty="0"/>
              <a:t> </a:t>
            </a:r>
            <a:r>
              <a:rPr lang="en-US" dirty="0" err="1"/>
              <a:t>sistemom</a:t>
            </a:r>
            <a:r>
              <a:rPr lang="en-US" dirty="0"/>
              <a:t>.</a:t>
            </a:r>
            <a:endParaRPr lang="sr-Latn-RS" dirty="0"/>
          </a:p>
          <a:p>
            <a:pPr marL="0" indent="0" algn="just">
              <a:buNone/>
            </a:pPr>
            <a:r>
              <a:rPr lang="en-US" dirty="0"/>
              <a:t>Servis </a:t>
            </a:r>
            <a:r>
              <a:rPr lang="en-US" dirty="0" err="1"/>
              <a:t>omogućava</a:t>
            </a:r>
            <a:r>
              <a:rPr lang="en-US" dirty="0"/>
              <a:t>:</a:t>
            </a:r>
          </a:p>
          <a:p>
            <a:r>
              <a:rPr lang="en-US" dirty="0"/>
              <a:t>REST API za </a:t>
            </a:r>
            <a:r>
              <a:rPr lang="en-US" dirty="0" err="1"/>
              <a:t>pristup</a:t>
            </a:r>
            <a:r>
              <a:rPr lang="en-US" dirty="0"/>
              <a:t> </a:t>
            </a:r>
            <a:r>
              <a:rPr lang="en-US" dirty="0" err="1"/>
              <a:t>podacima</a:t>
            </a:r>
            <a:r>
              <a:rPr lang="en-US" dirty="0"/>
              <a:t> </a:t>
            </a:r>
            <a:r>
              <a:rPr lang="en-US" dirty="0" err="1"/>
              <a:t>senzora</a:t>
            </a:r>
            <a:endParaRPr lang="en-US" dirty="0"/>
          </a:p>
          <a:p>
            <a:r>
              <a:rPr lang="en-US" dirty="0"/>
              <a:t>WebSocket </a:t>
            </a:r>
            <a:r>
              <a:rPr lang="en-US" dirty="0" err="1"/>
              <a:t>komunikaciju</a:t>
            </a:r>
            <a:r>
              <a:rPr lang="en-US" dirty="0"/>
              <a:t> za real-time </a:t>
            </a:r>
            <a:r>
              <a:rPr lang="en-US" dirty="0" err="1"/>
              <a:t>notifikacije</a:t>
            </a:r>
            <a:endParaRPr lang="en-US" dirty="0"/>
          </a:p>
          <a:p>
            <a:r>
              <a:rPr lang="en-US" dirty="0" err="1"/>
              <a:t>Konfiguraciju</a:t>
            </a:r>
            <a:r>
              <a:rPr lang="en-US" dirty="0"/>
              <a:t> </a:t>
            </a:r>
            <a:r>
              <a:rPr lang="en-US" dirty="0" err="1"/>
              <a:t>parametara</a:t>
            </a:r>
            <a:r>
              <a:rPr lang="en-US" dirty="0"/>
              <a:t> </a:t>
            </a:r>
            <a:r>
              <a:rPr lang="en-US" dirty="0" err="1"/>
              <a:t>sistema</a:t>
            </a:r>
            <a:endParaRPr lang="en-US" dirty="0"/>
          </a:p>
          <a:p>
            <a:r>
              <a:rPr lang="en-US" dirty="0" err="1"/>
              <a:t>Upravljanje</a:t>
            </a:r>
            <a:r>
              <a:rPr lang="en-US" dirty="0"/>
              <a:t> </a:t>
            </a:r>
            <a:r>
              <a:rPr lang="en-US" dirty="0" err="1"/>
              <a:t>aktuatorima</a:t>
            </a:r>
            <a:r>
              <a:rPr lang="en-US" dirty="0"/>
              <a:t> </a:t>
            </a:r>
            <a:r>
              <a:rPr lang="en-US" dirty="0" err="1"/>
              <a:t>putem</a:t>
            </a:r>
            <a:r>
              <a:rPr lang="en-US" dirty="0"/>
              <a:t> MQTT </a:t>
            </a:r>
            <a:r>
              <a:rPr lang="en-US" dirty="0" err="1"/>
              <a:t>poruka</a:t>
            </a:r>
            <a:endParaRPr lang="en-US" dirty="0"/>
          </a:p>
          <a:p>
            <a:r>
              <a:rPr lang="en-US" dirty="0" err="1"/>
              <a:t>Integraciju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InfluxDB</a:t>
            </a:r>
            <a:r>
              <a:rPr lang="en-US" dirty="0"/>
              <a:t> </a:t>
            </a:r>
            <a:r>
              <a:rPr lang="en-US" dirty="0" err="1"/>
              <a:t>bazom</a:t>
            </a:r>
            <a:r>
              <a:rPr lang="en-US" dirty="0"/>
              <a:t> </a:t>
            </a:r>
            <a:r>
              <a:rPr lang="en-US" dirty="0" err="1"/>
              <a:t>podataka</a:t>
            </a:r>
            <a:endParaRPr lang="en-US" dirty="0"/>
          </a:p>
          <a:p>
            <a:pPr marL="0" indent="0" algn="just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5436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43757-4B98-313B-6635-1523A5974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Prikaz</a:t>
            </a:r>
            <a:r>
              <a:rPr lang="en-US" dirty="0"/>
              <a:t> </a:t>
            </a:r>
            <a:r>
              <a:rPr lang="sr-Latn-RS" dirty="0" err="1"/>
              <a:t>Dashboard</a:t>
            </a:r>
            <a:r>
              <a:rPr lang="sr-Latn-RS" dirty="0"/>
              <a:t> ekrana</a:t>
            </a:r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6520554-46DD-A9A9-8EAE-909D84F5E7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4238" y="863790"/>
            <a:ext cx="2363665" cy="5121275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CE8A952-29F1-CF80-9D82-03FD54280369}"/>
              </a:ext>
            </a:extLst>
          </p:cNvPr>
          <p:cNvSpPr txBox="1">
            <a:spLocks/>
          </p:cNvSpPr>
          <p:nvPr/>
        </p:nvSpPr>
        <p:spPr>
          <a:xfrm>
            <a:off x="3869268" y="864108"/>
            <a:ext cx="4487553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Font typeface="Wingdings 2" pitchFamily="18" charset="2"/>
              <a:buChar char="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 err="1"/>
              <a:t>Aplikacija</a:t>
            </a:r>
            <a:r>
              <a:rPr lang="en-US" dirty="0"/>
              <a:t> </a:t>
            </a:r>
            <a:r>
              <a:rPr lang="en-US" dirty="0" err="1"/>
              <a:t>omogućava</a:t>
            </a:r>
            <a:r>
              <a:rPr lang="en-US" dirty="0"/>
              <a:t> </a:t>
            </a:r>
            <a:r>
              <a:rPr lang="en-US" dirty="0" err="1"/>
              <a:t>pokretanje</a:t>
            </a:r>
            <a:r>
              <a:rPr lang="en-US" dirty="0"/>
              <a:t> </a:t>
            </a:r>
            <a:r>
              <a:rPr lang="en-US" dirty="0" err="1"/>
              <a:t>akcija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aktuatorima</a:t>
            </a:r>
            <a:r>
              <a:rPr lang="sr-Latn-RS" dirty="0"/>
              <a:t>, odnosno paljenje i gašenje zelene LED.</a:t>
            </a:r>
          </a:p>
          <a:p>
            <a:pPr algn="just"/>
            <a:r>
              <a:rPr lang="sr-Latn-RS" dirty="0"/>
              <a:t>Na grafiku se mogu videti podaci sa senzora koji se </a:t>
            </a:r>
            <a:r>
              <a:rPr lang="sr-Latn-RS" dirty="0" err="1"/>
              <a:t>pribaljaju</a:t>
            </a:r>
            <a:r>
              <a:rPr lang="sr-Latn-RS" dirty="0"/>
              <a:t> iz baze.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35350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F6EA432-09E2-C8CB-886C-E688660B45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4238" y="872935"/>
            <a:ext cx="2363665" cy="512127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CFE8C28-0CCF-98B1-6CF8-D6F34E0C4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Prikaz </a:t>
            </a:r>
            <a:r>
              <a:rPr lang="sr-Latn-RS" dirty="0" err="1"/>
              <a:t>Events</a:t>
            </a:r>
            <a:r>
              <a:rPr lang="sr-Latn-RS" dirty="0"/>
              <a:t> ekrana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6ED36D-86EB-D622-AC00-B6233068B8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268" y="864108"/>
            <a:ext cx="4264916" cy="5120640"/>
          </a:xfrm>
        </p:spPr>
        <p:txBody>
          <a:bodyPr/>
          <a:lstStyle/>
          <a:p>
            <a:pPr marL="0" indent="0">
              <a:buNone/>
            </a:pPr>
            <a:r>
              <a:rPr lang="sr-Latn-RS" dirty="0"/>
              <a:t>T</a:t>
            </a:r>
            <a:r>
              <a:rPr lang="en-US" dirty="0"/>
              <a:t>ok </a:t>
            </a:r>
            <a:r>
              <a:rPr lang="en-US" dirty="0" err="1"/>
              <a:t>komunikacije</a:t>
            </a:r>
            <a:r>
              <a:rPr lang="en-US" dirty="0"/>
              <a:t>:</a:t>
            </a:r>
          </a:p>
          <a:p>
            <a:pPr lvl="0"/>
            <a:r>
              <a:rPr lang="en-US" dirty="0"/>
              <a:t>ML </a:t>
            </a:r>
            <a:r>
              <a:rPr lang="en-US" dirty="0" err="1"/>
              <a:t>servis</a:t>
            </a:r>
            <a:r>
              <a:rPr lang="en-US" dirty="0"/>
              <a:t> </a:t>
            </a:r>
            <a:r>
              <a:rPr lang="en-US" dirty="0" err="1"/>
              <a:t>detektuje</a:t>
            </a:r>
            <a:r>
              <a:rPr lang="en-US" dirty="0"/>
              <a:t> </a:t>
            </a:r>
            <a:r>
              <a:rPr lang="en-US" dirty="0" err="1"/>
              <a:t>događaj</a:t>
            </a:r>
            <a:endParaRPr lang="en-US" dirty="0"/>
          </a:p>
          <a:p>
            <a:pPr lvl="0"/>
            <a:r>
              <a:rPr lang="en-US" dirty="0" err="1"/>
              <a:t>Događaj</a:t>
            </a:r>
            <a:r>
              <a:rPr lang="en-US" dirty="0"/>
              <a:t> se </a:t>
            </a:r>
            <a:r>
              <a:rPr lang="en-US" dirty="0" err="1"/>
              <a:t>prosleđuje</a:t>
            </a:r>
            <a:r>
              <a:rPr lang="en-US" dirty="0"/>
              <a:t> </a:t>
            </a:r>
            <a:r>
              <a:rPr lang="en-US" dirty="0" err="1"/>
              <a:t>preko</a:t>
            </a:r>
            <a:r>
              <a:rPr lang="en-US" dirty="0"/>
              <a:t> MQTT-a</a:t>
            </a:r>
          </a:p>
          <a:p>
            <a:pPr lvl="0"/>
            <a:r>
              <a:rPr lang="sr-Latn-RS" b="1" i="1" dirty="0" err="1"/>
              <a:t>api-service</a:t>
            </a:r>
            <a:r>
              <a:rPr lang="en-US" dirty="0"/>
              <a:t> </a:t>
            </a:r>
            <a:r>
              <a:rPr lang="en-US" dirty="0" err="1"/>
              <a:t>servis</a:t>
            </a:r>
            <a:r>
              <a:rPr lang="en-US" dirty="0"/>
              <a:t> </a:t>
            </a:r>
            <a:r>
              <a:rPr lang="en-US" dirty="0" err="1"/>
              <a:t>šalje</a:t>
            </a:r>
            <a:r>
              <a:rPr lang="en-US" dirty="0"/>
              <a:t> WebSocket </a:t>
            </a:r>
            <a:r>
              <a:rPr lang="en-US" dirty="0" err="1"/>
              <a:t>poruku</a:t>
            </a:r>
            <a:endParaRPr lang="en-US" dirty="0"/>
          </a:p>
          <a:p>
            <a:pPr lvl="0"/>
            <a:r>
              <a:rPr lang="en-US" dirty="0"/>
              <a:t>Android </a:t>
            </a:r>
            <a:r>
              <a:rPr lang="en-US" dirty="0" err="1"/>
              <a:t>aplikacija</a:t>
            </a:r>
            <a:r>
              <a:rPr lang="en-US" dirty="0"/>
              <a:t> </a:t>
            </a:r>
            <a:r>
              <a:rPr lang="en-US" dirty="0" err="1"/>
              <a:t>trenutno</a:t>
            </a:r>
            <a:r>
              <a:rPr lang="en-US" dirty="0"/>
              <a:t> </a:t>
            </a:r>
            <a:r>
              <a:rPr lang="en-US" dirty="0" err="1"/>
              <a:t>prikazuje</a:t>
            </a:r>
            <a:r>
              <a:rPr lang="en-US" dirty="0"/>
              <a:t> novi </a:t>
            </a:r>
            <a:r>
              <a:rPr lang="en-US" dirty="0" err="1"/>
              <a:t>događaj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4563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07990CA-18B3-A922-9663-132F66987C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4239" y="863791"/>
            <a:ext cx="2363372" cy="512064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019D56C-118C-6277-C747-7464B69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err="1"/>
              <a:t>Pirkaz</a:t>
            </a:r>
            <a:r>
              <a:rPr lang="sr-Latn-RS" dirty="0"/>
              <a:t> Settings ekrana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FBE345-7391-F644-DAFB-DD884269BF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268" y="864108"/>
            <a:ext cx="4535261" cy="5120640"/>
          </a:xfrm>
        </p:spPr>
        <p:txBody>
          <a:bodyPr/>
          <a:lstStyle/>
          <a:p>
            <a:pPr marL="0" indent="0" algn="just">
              <a:buNone/>
            </a:pPr>
            <a:r>
              <a:rPr lang="sr-Latn-RS" dirty="0"/>
              <a:t>P</a:t>
            </a:r>
            <a:r>
              <a:rPr lang="en-US" dirty="0" err="1"/>
              <a:t>održan</a:t>
            </a:r>
            <a:r>
              <a:rPr lang="sr-Latn-RS" dirty="0"/>
              <a:t> je p</a:t>
            </a:r>
            <a:r>
              <a:rPr lang="en-US" dirty="0" err="1"/>
              <a:t>rikaz</a:t>
            </a:r>
            <a:r>
              <a:rPr lang="en-US" dirty="0"/>
              <a:t> </a:t>
            </a:r>
            <a:r>
              <a:rPr lang="en-US" dirty="0" err="1"/>
              <a:t>trenutnog</a:t>
            </a:r>
            <a:r>
              <a:rPr lang="en-US" dirty="0"/>
              <a:t> </a:t>
            </a:r>
            <a:r>
              <a:rPr lang="en-US" dirty="0" err="1"/>
              <a:t>praga</a:t>
            </a:r>
            <a:r>
              <a:rPr lang="en-US" dirty="0"/>
              <a:t> </a:t>
            </a:r>
            <a:r>
              <a:rPr lang="en-US" dirty="0" err="1"/>
              <a:t>detekcije</a:t>
            </a:r>
            <a:r>
              <a:rPr lang="en-US" dirty="0"/>
              <a:t> (threshold)</a:t>
            </a:r>
            <a:r>
              <a:rPr lang="sr-Latn-RS" dirty="0"/>
              <a:t>, kao i njegova izmena.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7624475"/>
      </p:ext>
    </p:extLst>
  </p:cSld>
  <p:clrMapOvr>
    <a:masterClrMapping/>
  </p:clrMapOvr>
</p:sld>
</file>

<file path=ppt/theme/theme1.xml><?xml version="1.0" encoding="utf-8"?>
<a:theme xmlns:a="http://schemas.openxmlformats.org/drawingml/2006/main" name="Frame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TM03457475[[fn=Frame]]</Template>
  <TotalTime>2095</TotalTime>
  <Words>201</Words>
  <Application>Microsoft Office PowerPoint</Application>
  <PresentationFormat>Widescreen</PresentationFormat>
  <Paragraphs>32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Calibri</vt:lpstr>
      <vt:lpstr>Corbel</vt:lpstr>
      <vt:lpstr>Wingdings 2</vt:lpstr>
      <vt:lpstr>Frame</vt:lpstr>
      <vt:lpstr>Sveprisutno računarstvo</vt:lpstr>
      <vt:lpstr>Projekat 3</vt:lpstr>
      <vt:lpstr>Cilj projekta</vt:lpstr>
      <vt:lpstr>Arhitketura sistema</vt:lpstr>
      <vt:lpstr>Prikaz Dashboard ekrana</vt:lpstr>
      <vt:lpstr>Prikaz Events ekrana</vt:lpstr>
      <vt:lpstr>Pirkaz Settings ekrana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Anja Tonsa Milovanović</dc:creator>
  <cp:lastModifiedBy>Anja Tonsa Milovanović</cp:lastModifiedBy>
  <cp:revision>21</cp:revision>
  <dcterms:created xsi:type="dcterms:W3CDTF">2026-08-21T12:20:22Z</dcterms:created>
  <dcterms:modified xsi:type="dcterms:W3CDTF">2026-09-01T11:24:44Z</dcterms:modified>
</cp:coreProperties>
</file>